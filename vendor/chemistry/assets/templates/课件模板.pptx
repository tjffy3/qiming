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7" r:id="rId3"/>
    <p:sldId id="365" r:id="rId4"/>
    <p:sldId id="376" r:id="rId5"/>
    <p:sldId id="375" r:id="rId6"/>
    <p:sldId id="378" r:id="rId7"/>
    <p:sldId id="368" r:id="rId8"/>
    <p:sldId id="377" r:id="rId9"/>
    <p:sldId id="379" r:id="rId10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0" clrIdx="0"/>
  <p:cmAuthor id="1" name="Administrator" initials="A" lastIdx="0" clrIdx="0"/>
  <p:cmAuthor id="2" name="作者" initials="A" lastIdx="0" clrIdx="1"/>
  <p:cmAuthor id="3" name="Author" initials="A" lastIdx="0" clrIdx="2"/>
  <p:cmAuthor id="4" name="win" initials="w" lastIdx="0" clrIdx="0"/>
  <p:cmAuthor id="5" name="xkb1.com" initials="" lastIdx="0" clrIdx="0"/>
  <p:cmAuthor id="6" name="xiaoxuan Zeng" initials="" lastIdx="0" clrIdx="0"/>
  <p:cmAuthor id="7" name="www.xkb1.com" initials="" lastIdx="0" clrIdx="1"/>
  <p:cmAuthor id="8" name="lenovo" initials="" lastIdx="0" clrIdx="0"/>
  <p:cmAuthor id="9" name="dongyu" initials="" lastIdx="0" clrIdx="8"/>
  <p:cmAuthor id="10" name="admin" initials="a" lastIdx="0" clrIdx="0"/>
  <p:cmAuthor id="11" name="86137" initials="8" lastIdx="0" clrIdx="10"/>
  <p:cmAuthor id="12" name="Lenovo" initials="L" lastIdx="0" clrIdx="9"/>
  <p:cmAuthor id="13" name="HP" initials="H" lastIdx="0" clrIdx="12"/>
  <p:cmAuthor id="14" name="aa" initials="a" lastIdx="0" clrIdx="13"/>
  <p:cmAuthor id="16" name="吹风" initials="authorId_346328766" lastIdx="1" clrIdx="1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82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1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  <p:custDataLst>
              <p:tags r:id="rId2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  <p:custDataLst>
              <p:tags r:id="rId3"/>
            </p:custDataLst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  <p:custDataLst>
              <p:tags r:id="rId5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  <p:custDataLst>
              <p:tags r:id="rId6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021" y="24211"/>
            <a:ext cx="698979" cy="5941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image" Target="file:///D:\qq&#25991;&#20214;\712321467\Image\C2C\Image2\%7b75232B38-A165-1FB7-499C-2E1C792CACB5%7d.png" TargetMode="External"/><Relationship Id="rId21" Type="http://schemas.openxmlformats.org/officeDocument/2006/relationships/image" Target="../media/image3.png"/><Relationship Id="rId20" Type="http://schemas.openxmlformats.org/officeDocument/2006/relationships/tags" Target="../tags/tag69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1073743875" descr="学科网 zxxk.com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 r:link="rId2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11436424" y="0"/>
            <a:ext cx="755576" cy="70675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启</a:t>
            </a:r>
            <a:endParaRPr lang="zh-CN" altLang="en-US" sz="40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36424" y="0"/>
            <a:ext cx="755576" cy="70675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</a:rPr>
              <a:t>析</a:t>
            </a:r>
            <a:endParaRPr lang="zh-CN" altLang="en-US" sz="4000" b="1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9053195" y="0"/>
            <a:ext cx="3138805" cy="64516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阿里巴巴普惠体 M" panose="00020600040101010101" pitchFamily="18" charset="-122"/>
              </a:rPr>
              <a:t>辩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阿里巴巴普惠体 M" panose="00020600040101010101" pitchFamily="18" charset="-122"/>
              </a:rPr>
              <a:t>—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阿里巴巴普惠体 M" panose="00020600040101010101" pitchFamily="18" charset="-122"/>
              </a:rPr>
              <a:t>自由讨论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charset="-122"/>
              <a:ea typeface="黑体" panose="02010609060101010101" charset="-122"/>
              <a:cs typeface="阿里巴巴普惠体 M" panose="00020600040101010101" pitchFamily="18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9053195" y="0"/>
            <a:ext cx="3138805" cy="64516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阿里巴巴普惠体 M" panose="00020600040101010101" pitchFamily="18" charset="-122"/>
              </a:rPr>
              <a:t>辩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阿里巴巴普惠体 M" panose="00020600040101010101" pitchFamily="18" charset="-122"/>
              </a:rPr>
              <a:t>—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阿里巴巴普惠体 M" panose="00020600040101010101" pitchFamily="18" charset="-122"/>
              </a:rPr>
              <a:t>预设讨论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charset="-122"/>
              <a:ea typeface="黑体" panose="02010609060101010101" charset="-122"/>
              <a:cs typeface="阿里巴巴普惠体 M" panose="00020600040101010101" pitchFamily="18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9210675" y="0"/>
            <a:ext cx="2981325" cy="64516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阿里巴巴普惠体 M" panose="00020600040101010101" pitchFamily="18" charset="-122"/>
              </a:rPr>
              <a:t>辩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阿里巴巴普惠体 M" panose="00020600040101010101" pitchFamily="18" charset="-122"/>
              </a:rPr>
              <a:t>—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阿里巴巴普惠体 M" panose="00020600040101010101" pitchFamily="18" charset="-122"/>
              </a:rPr>
              <a:t>自由展示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charset="-122"/>
              <a:ea typeface="黑体" panose="02010609060101010101" charset="-122"/>
              <a:cs typeface="阿里巴巴普惠体 M" panose="00020600040101010101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1028" t="3793" r="2581" b="2699"/>
          <a:stretch>
            <a:fillRect/>
          </a:stretch>
        </p:blipFill>
        <p:spPr>
          <a:xfrm>
            <a:off x="692785" y="777240"/>
            <a:ext cx="10805795" cy="60032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9229090" y="0"/>
            <a:ext cx="2962910" cy="64516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阿里巴巴普惠体 M" panose="00020600040101010101" pitchFamily="18" charset="-122"/>
              </a:rPr>
              <a:t>辩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阿里巴巴普惠体 M" panose="00020600040101010101" pitchFamily="18" charset="-122"/>
              </a:rPr>
              <a:t>—</a:t>
            </a: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阿里巴巴普惠体 M" panose="00020600040101010101" pitchFamily="18" charset="-122"/>
              </a:rPr>
              <a:t>预设展示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charset="-122"/>
              <a:ea typeface="黑体" panose="02010609060101010101" charset="-122"/>
              <a:cs typeface="阿里巴巴普惠体 M" panose="00020600040101010101" pitchFamily="18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8949055" y="0"/>
            <a:ext cx="3242945" cy="645160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阿里巴巴普惠体 M" panose="00020600040101010101" pitchFamily="18" charset="-122"/>
              </a:rPr>
              <a:t>辩</a:t>
            </a:r>
            <a:r>
              <a:rPr lang="en-US" altLang="zh-CN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阿里巴巴普惠体 M" panose="00020600040101010101" pitchFamily="18" charset="-122"/>
              </a:rPr>
              <a:t>—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黑体" panose="02010609060101010101" charset="-122"/>
                <a:ea typeface="黑体" panose="02010609060101010101" charset="-122"/>
                <a:cs typeface="阿里巴巴普惠体 M" panose="00020600040101010101" pitchFamily="18" charset="-122"/>
              </a:rPr>
              <a:t>梳理内化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黑体" panose="02010609060101010101" charset="-122"/>
              <a:ea typeface="黑体" panose="02010609060101010101" charset="-122"/>
              <a:cs typeface="阿里巴巴普惠体 M" panose="00020600040101010101" pitchFamily="18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AS_UNIQUEID" val="6915"/>
</p:tagLst>
</file>

<file path=ppt/tags/tag2.xml><?xml version="1.0" encoding="utf-8"?>
<p:tagLst xmlns:p="http://schemas.openxmlformats.org/presentationml/2006/main">
  <p:tag name="AS_UNIQUEID" val="6916"/>
</p:tagLst>
</file>

<file path=ppt/tags/tag3.xml><?xml version="1.0" encoding="utf-8"?>
<p:tagLst xmlns:p="http://schemas.openxmlformats.org/presentationml/2006/main">
  <p:tag name="AS_UNIQUEID" val="6917"/>
</p:tagLst>
</file>

<file path=ppt/tags/tag4.xml><?xml version="1.0" encoding="utf-8"?>
<p:tagLst xmlns:p="http://schemas.openxmlformats.org/presentationml/2006/main">
  <p:tag name="AS_UNIQUEID" val="6918"/>
</p:tagLst>
</file>

<file path=ppt/tags/tag5.xml><?xml version="1.0" encoding="utf-8"?>
<p:tagLst xmlns:p="http://schemas.openxmlformats.org/presentationml/2006/main">
  <p:tag name="AS_UNIQUEID" val="6919"/>
</p:tagLst>
</file>

<file path=ppt/tags/tag6.xml><?xml version="1.0" encoding="utf-8"?>
<p:tagLst xmlns:p="http://schemas.openxmlformats.org/presentationml/2006/main">
  <p:tag name="AS_UNIQUEID" val="6921"/>
</p:tagLst>
</file>

<file path=ppt/tags/tag7.xml><?xml version="1.0" encoding="utf-8"?>
<p:tagLst xmlns:p="http://schemas.openxmlformats.org/presentationml/2006/main">
  <p:tag name="AS_UNIQUEID" val="6922"/>
</p:tagLst>
</file>

<file path=ppt/tags/tag8.xml><?xml version="1.0" encoding="utf-8"?>
<p:tagLst xmlns:p="http://schemas.openxmlformats.org/presentationml/2006/main">
  <p:tag name="AS_UNIQUEID" val="6923"/>
</p:tagLst>
</file>

<file path=ppt/tags/tag9.xml><?xml version="1.0" encoding="utf-8"?>
<p:tagLst xmlns:p="http://schemas.openxmlformats.org/presentationml/2006/main">
  <p:tag name="AS_UNIQUEID" val="6924"/>
</p:tagLst>
</file>

<file path=ppt/tags/tag10.xml><?xml version="1.0" encoding="utf-8"?>
<p:tagLst xmlns:p="http://schemas.openxmlformats.org/presentationml/2006/main">
  <p:tag name="AS_UNIQUEID" val="6925"/>
</p:tagLst>
</file>

<file path=ppt/tags/tag11.xml><?xml version="1.0" encoding="utf-8"?>
<p:tagLst xmlns:p="http://schemas.openxmlformats.org/presentationml/2006/main">
  <p:tag name="AS_UNIQUEID" val="6927"/>
</p:tagLst>
</file>

<file path=ppt/tags/tag12.xml><?xml version="1.0" encoding="utf-8"?>
<p:tagLst xmlns:p="http://schemas.openxmlformats.org/presentationml/2006/main">
  <p:tag name="AS_UNIQUEID" val="6928"/>
</p:tagLst>
</file>

<file path=ppt/tags/tag13.xml><?xml version="1.0" encoding="utf-8"?>
<p:tagLst xmlns:p="http://schemas.openxmlformats.org/presentationml/2006/main">
  <p:tag name="AS_UNIQUEID" val="6929"/>
</p:tagLst>
</file>

<file path=ppt/tags/tag14.xml><?xml version="1.0" encoding="utf-8"?>
<p:tagLst xmlns:p="http://schemas.openxmlformats.org/presentationml/2006/main">
  <p:tag name="AS_UNIQUEID" val="6930"/>
</p:tagLst>
</file>

<file path=ppt/tags/tag15.xml><?xml version="1.0" encoding="utf-8"?>
<p:tagLst xmlns:p="http://schemas.openxmlformats.org/presentationml/2006/main">
  <p:tag name="AS_UNIQUEID" val="6931"/>
</p:tagLst>
</file>

<file path=ppt/tags/tag16.xml><?xml version="1.0" encoding="utf-8"?>
<p:tagLst xmlns:p="http://schemas.openxmlformats.org/presentationml/2006/main">
  <p:tag name="AS_UNIQUEID" val="6933"/>
</p:tagLst>
</file>

<file path=ppt/tags/tag17.xml><?xml version="1.0" encoding="utf-8"?>
<p:tagLst xmlns:p="http://schemas.openxmlformats.org/presentationml/2006/main">
  <p:tag name="AS_UNIQUEID" val="6934"/>
</p:tagLst>
</file>

<file path=ppt/tags/tag18.xml><?xml version="1.0" encoding="utf-8"?>
<p:tagLst xmlns:p="http://schemas.openxmlformats.org/presentationml/2006/main">
  <p:tag name="AS_UNIQUEID" val="6935"/>
</p:tagLst>
</file>

<file path=ppt/tags/tag19.xml><?xml version="1.0" encoding="utf-8"?>
<p:tagLst xmlns:p="http://schemas.openxmlformats.org/presentationml/2006/main">
  <p:tag name="AS_UNIQUEID" val="6936"/>
</p:tagLst>
</file>

<file path=ppt/tags/tag20.xml><?xml version="1.0" encoding="utf-8"?>
<p:tagLst xmlns:p="http://schemas.openxmlformats.org/presentationml/2006/main">
  <p:tag name="AS_UNIQUEID" val="6937"/>
</p:tagLst>
</file>

<file path=ppt/tags/tag21.xml><?xml version="1.0" encoding="utf-8"?>
<p:tagLst xmlns:p="http://schemas.openxmlformats.org/presentationml/2006/main">
  <p:tag name="AS_UNIQUEID" val="6938"/>
</p:tagLst>
</file>

<file path=ppt/tags/tag22.xml><?xml version="1.0" encoding="utf-8"?>
<p:tagLst xmlns:p="http://schemas.openxmlformats.org/presentationml/2006/main">
  <p:tag name="AS_UNIQUEID" val="6940"/>
</p:tagLst>
</file>

<file path=ppt/tags/tag23.xml><?xml version="1.0" encoding="utf-8"?>
<p:tagLst xmlns:p="http://schemas.openxmlformats.org/presentationml/2006/main">
  <p:tag name="AS_UNIQUEID" val="6941"/>
</p:tagLst>
</file>

<file path=ppt/tags/tag24.xml><?xml version="1.0" encoding="utf-8"?>
<p:tagLst xmlns:p="http://schemas.openxmlformats.org/presentationml/2006/main">
  <p:tag name="AS_UNIQUEID" val="6942"/>
</p:tagLst>
</file>

<file path=ppt/tags/tag25.xml><?xml version="1.0" encoding="utf-8"?>
<p:tagLst xmlns:p="http://schemas.openxmlformats.org/presentationml/2006/main">
  <p:tag name="AS_UNIQUEID" val="6943"/>
</p:tagLst>
</file>

<file path=ppt/tags/tag26.xml><?xml version="1.0" encoding="utf-8"?>
<p:tagLst xmlns:p="http://schemas.openxmlformats.org/presentationml/2006/main">
  <p:tag name="AS_UNIQUEID" val="6944"/>
</p:tagLst>
</file>

<file path=ppt/tags/tag27.xml><?xml version="1.0" encoding="utf-8"?>
<p:tagLst xmlns:p="http://schemas.openxmlformats.org/presentationml/2006/main">
  <p:tag name="AS_UNIQUEID" val="6945"/>
</p:tagLst>
</file>

<file path=ppt/tags/tag28.xml><?xml version="1.0" encoding="utf-8"?>
<p:tagLst xmlns:p="http://schemas.openxmlformats.org/presentationml/2006/main">
  <p:tag name="AS_UNIQUEID" val="6946"/>
</p:tagLst>
</file>

<file path=ppt/tags/tag29.xml><?xml version="1.0" encoding="utf-8"?>
<p:tagLst xmlns:p="http://schemas.openxmlformats.org/presentationml/2006/main">
  <p:tag name="AS_UNIQUEID" val="6947"/>
</p:tagLst>
</file>

<file path=ppt/tags/tag30.xml><?xml version="1.0" encoding="utf-8"?>
<p:tagLst xmlns:p="http://schemas.openxmlformats.org/presentationml/2006/main">
  <p:tag name="AS_UNIQUEID" val="6949"/>
</p:tagLst>
</file>

<file path=ppt/tags/tag31.xml><?xml version="1.0" encoding="utf-8"?>
<p:tagLst xmlns:p="http://schemas.openxmlformats.org/presentationml/2006/main">
  <p:tag name="AS_UNIQUEID" val="6950"/>
</p:tagLst>
</file>

<file path=ppt/tags/tag32.xml><?xml version="1.0" encoding="utf-8"?>
<p:tagLst xmlns:p="http://schemas.openxmlformats.org/presentationml/2006/main">
  <p:tag name="AS_UNIQUEID" val="6951"/>
</p:tagLst>
</file>

<file path=ppt/tags/tag33.xml><?xml version="1.0" encoding="utf-8"?>
<p:tagLst xmlns:p="http://schemas.openxmlformats.org/presentationml/2006/main">
  <p:tag name="AS_UNIQUEID" val="6952"/>
</p:tagLst>
</file>

<file path=ppt/tags/tag34.xml><?xml version="1.0" encoding="utf-8"?>
<p:tagLst xmlns:p="http://schemas.openxmlformats.org/presentationml/2006/main">
  <p:tag name="AS_UNIQUEID" val="6954"/>
</p:tagLst>
</file>

<file path=ppt/tags/tag35.xml><?xml version="1.0" encoding="utf-8"?>
<p:tagLst xmlns:p="http://schemas.openxmlformats.org/presentationml/2006/main">
  <p:tag name="AS_UNIQUEID" val="6955"/>
</p:tagLst>
</file>

<file path=ppt/tags/tag36.xml><?xml version="1.0" encoding="utf-8"?>
<p:tagLst xmlns:p="http://schemas.openxmlformats.org/presentationml/2006/main">
  <p:tag name="AS_UNIQUEID" val="6956"/>
</p:tagLst>
</file>

<file path=ppt/tags/tag37.xml><?xml version="1.0" encoding="utf-8"?>
<p:tagLst xmlns:p="http://schemas.openxmlformats.org/presentationml/2006/main">
  <p:tag name="AS_UNIQUEID" val="6958"/>
</p:tagLst>
</file>

<file path=ppt/tags/tag38.xml><?xml version="1.0" encoding="utf-8"?>
<p:tagLst xmlns:p="http://schemas.openxmlformats.org/presentationml/2006/main">
  <p:tag name="AS_UNIQUEID" val="6959"/>
</p:tagLst>
</file>

<file path=ppt/tags/tag39.xml><?xml version="1.0" encoding="utf-8"?>
<p:tagLst xmlns:p="http://schemas.openxmlformats.org/presentationml/2006/main">
  <p:tag name="AS_UNIQUEID" val="6960"/>
</p:tagLst>
</file>

<file path=ppt/tags/tag40.xml><?xml version="1.0" encoding="utf-8"?>
<p:tagLst xmlns:p="http://schemas.openxmlformats.org/presentationml/2006/main">
  <p:tag name="AS_UNIQUEID" val="6961"/>
</p:tagLst>
</file>

<file path=ppt/tags/tag41.xml><?xml version="1.0" encoding="utf-8"?>
<p:tagLst xmlns:p="http://schemas.openxmlformats.org/presentationml/2006/main">
  <p:tag name="AS_UNIQUEID" val="6962"/>
</p:tagLst>
</file>

<file path=ppt/tags/tag42.xml><?xml version="1.0" encoding="utf-8"?>
<p:tagLst xmlns:p="http://schemas.openxmlformats.org/presentationml/2006/main">
  <p:tag name="AS_UNIQUEID" val="6963"/>
</p:tagLst>
</file>

<file path=ppt/tags/tag43.xml><?xml version="1.0" encoding="utf-8"?>
<p:tagLst xmlns:p="http://schemas.openxmlformats.org/presentationml/2006/main">
  <p:tag name="AS_UNIQUEID" val="6965"/>
</p:tagLst>
</file>

<file path=ppt/tags/tag44.xml><?xml version="1.0" encoding="utf-8"?>
<p:tagLst xmlns:p="http://schemas.openxmlformats.org/presentationml/2006/main">
  <p:tag name="AS_UNIQUEID" val="6966"/>
</p:tagLst>
</file>

<file path=ppt/tags/tag45.xml><?xml version="1.0" encoding="utf-8"?>
<p:tagLst xmlns:p="http://schemas.openxmlformats.org/presentationml/2006/main">
  <p:tag name="AS_UNIQUEID" val="6967"/>
</p:tagLst>
</file>

<file path=ppt/tags/tag46.xml><?xml version="1.0" encoding="utf-8"?>
<p:tagLst xmlns:p="http://schemas.openxmlformats.org/presentationml/2006/main">
  <p:tag name="AS_UNIQUEID" val="6968"/>
</p:tagLst>
</file>

<file path=ppt/tags/tag47.xml><?xml version="1.0" encoding="utf-8"?>
<p:tagLst xmlns:p="http://schemas.openxmlformats.org/presentationml/2006/main">
  <p:tag name="AS_UNIQUEID" val="6969"/>
</p:tagLst>
</file>

<file path=ppt/tags/tag48.xml><?xml version="1.0" encoding="utf-8"?>
<p:tagLst xmlns:p="http://schemas.openxmlformats.org/presentationml/2006/main">
  <p:tag name="AS_UNIQUEID" val="6970"/>
</p:tagLst>
</file>

<file path=ppt/tags/tag49.xml><?xml version="1.0" encoding="utf-8"?>
<p:tagLst xmlns:p="http://schemas.openxmlformats.org/presentationml/2006/main">
  <p:tag name="AS_UNIQUEID" val="6972"/>
</p:tagLst>
</file>

<file path=ppt/tags/tag50.xml><?xml version="1.0" encoding="utf-8"?>
<p:tagLst xmlns:p="http://schemas.openxmlformats.org/presentationml/2006/main">
  <p:tag name="AS_UNIQUEID" val="6973"/>
</p:tagLst>
</file>

<file path=ppt/tags/tag51.xml><?xml version="1.0" encoding="utf-8"?>
<p:tagLst xmlns:p="http://schemas.openxmlformats.org/presentationml/2006/main">
  <p:tag name="AS_UNIQUEID" val="6974"/>
</p:tagLst>
</file>

<file path=ppt/tags/tag52.xml><?xml version="1.0" encoding="utf-8"?>
<p:tagLst xmlns:p="http://schemas.openxmlformats.org/presentationml/2006/main">
  <p:tag name="AS_UNIQUEID" val="6975"/>
</p:tagLst>
</file>

<file path=ppt/tags/tag53.xml><?xml version="1.0" encoding="utf-8"?>
<p:tagLst xmlns:p="http://schemas.openxmlformats.org/presentationml/2006/main">
  <p:tag name="AS_UNIQUEID" val="6976"/>
</p:tagLst>
</file>

<file path=ppt/tags/tag54.xml><?xml version="1.0" encoding="utf-8"?>
<p:tagLst xmlns:p="http://schemas.openxmlformats.org/presentationml/2006/main">
  <p:tag name="AS_UNIQUEID" val="6978"/>
</p:tagLst>
</file>

<file path=ppt/tags/tag55.xml><?xml version="1.0" encoding="utf-8"?>
<p:tagLst xmlns:p="http://schemas.openxmlformats.org/presentationml/2006/main">
  <p:tag name="AS_UNIQUEID" val="6979"/>
</p:tagLst>
</file>

<file path=ppt/tags/tag56.xml><?xml version="1.0" encoding="utf-8"?>
<p:tagLst xmlns:p="http://schemas.openxmlformats.org/presentationml/2006/main">
  <p:tag name="AS_UNIQUEID" val="6980"/>
</p:tagLst>
</file>

<file path=ppt/tags/tag57.xml><?xml version="1.0" encoding="utf-8"?>
<p:tagLst xmlns:p="http://schemas.openxmlformats.org/presentationml/2006/main">
  <p:tag name="AS_UNIQUEID" val="6981"/>
</p:tagLst>
</file>

<file path=ppt/tags/tag58.xml><?xml version="1.0" encoding="utf-8"?>
<p:tagLst xmlns:p="http://schemas.openxmlformats.org/presentationml/2006/main">
  <p:tag name="AS_UNIQUEID" val="6982"/>
</p:tagLst>
</file>

<file path=ppt/tags/tag59.xml><?xml version="1.0" encoding="utf-8"?>
<p:tagLst xmlns:p="http://schemas.openxmlformats.org/presentationml/2006/main">
  <p:tag name="AS_UNIQUEID" val="698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60.xml><?xml version="1.0" encoding="utf-8"?>
<p:tagLst xmlns:p="http://schemas.openxmlformats.org/presentationml/2006/main">
  <p:tag name="AS_UNIQUEID" val="698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61.xml><?xml version="1.0" encoding="utf-8"?>
<p:tagLst xmlns:p="http://schemas.openxmlformats.org/presentationml/2006/main">
  <p:tag name="AS_UNIQUEID" val="698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62.xml><?xml version="1.0" encoding="utf-8"?>
<p:tagLst xmlns:p="http://schemas.openxmlformats.org/presentationml/2006/main">
  <p:tag name="AS_UNIQUEID" val="698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63.xml><?xml version="1.0" encoding="utf-8"?>
<p:tagLst xmlns:p="http://schemas.openxmlformats.org/presentationml/2006/main">
  <p:tag name="AS_UNIQUEID" val="12648"/>
</p:tagLst>
</file>

<file path=ppt/tags/tag64.xml><?xml version="1.0" encoding="utf-8"?>
<p:tagLst xmlns:p="http://schemas.openxmlformats.org/presentationml/2006/main">
  <p:tag name="AS_UNIQUEID" val="6989"/>
</p:tagLst>
</file>

<file path=ppt/tags/tag65.xml><?xml version="1.0" encoding="utf-8"?>
<p:tagLst xmlns:p="http://schemas.openxmlformats.org/presentationml/2006/main">
  <p:tag name="AS_UNIQUEID" val="6990"/>
</p:tagLst>
</file>

<file path=ppt/tags/tag66.xml><?xml version="1.0" encoding="utf-8"?>
<p:tagLst xmlns:p="http://schemas.openxmlformats.org/presentationml/2006/main">
  <p:tag name="AS_UNIQUEID" val="6991"/>
</p:tagLst>
</file>

<file path=ppt/tags/tag67.xml><?xml version="1.0" encoding="utf-8"?>
<p:tagLst xmlns:p="http://schemas.openxmlformats.org/presentationml/2006/main">
  <p:tag name="AS_UNIQUEID" val="6992"/>
</p:tagLst>
</file>

<file path=ppt/tags/tag68.xml><?xml version="1.0" encoding="utf-8"?>
<p:tagLst xmlns:p="http://schemas.openxmlformats.org/presentationml/2006/main">
  <p:tag name="AS_UNIQUEID" val="6993"/>
</p:tagLst>
</file>

<file path=ppt/tags/tag69.xml><?xml version="1.0" encoding="utf-8"?>
<p:tagLst xmlns:p="http://schemas.openxmlformats.org/presentationml/2006/main">
  <p:tag name="AS_UNIQUEID" val="6994"/>
</p:tagLst>
</file>

<file path=ppt/tags/tag70.xml><?xml version="1.0" encoding="utf-8"?>
<p:tagLst xmlns:p="http://schemas.openxmlformats.org/presentationml/2006/main">
  <p:tag name="KSO_WM_SLIDE_MODEL_TYPE" val="cover"/>
</p:tagLst>
</file>

<file path=ppt/tags/tag71.xml><?xml version="1.0" encoding="utf-8"?>
<p:tagLst xmlns:p="http://schemas.openxmlformats.org/presentationml/2006/main">
  <p:tag name="AS_UNIQUEID" val="7021"/>
</p:tagLst>
</file>

<file path=ppt/tags/tag72.xml><?xml version="1.0" encoding="utf-8"?>
<p:tagLst xmlns:p="http://schemas.openxmlformats.org/presentationml/2006/main">
  <p:tag name="AS_UNIQUEID" val="7021"/>
</p:tagLst>
</file>

<file path=ppt/tags/tag73.xml><?xml version="1.0" encoding="utf-8"?>
<p:tagLst xmlns:p="http://schemas.openxmlformats.org/presentationml/2006/main">
  <p:tag name="AS_UNIQUEID" val="7021"/>
</p:tagLst>
</file>

<file path=ppt/tags/tag74.xml><?xml version="1.0" encoding="utf-8"?>
<p:tagLst xmlns:p="http://schemas.openxmlformats.org/presentationml/2006/main">
  <p:tag name="AS_UNIQUEID" val="7021"/>
</p:tagLst>
</file>

<file path=ppt/tags/tag75.xml><?xml version="1.0" encoding="utf-8"?>
<p:tagLst xmlns:p="http://schemas.openxmlformats.org/presentationml/2006/main">
  <p:tag name="AS_UNIQUEID" val="7021"/>
</p:tagLst>
</file>

<file path=ppt/tags/tag76.xml><?xml version="1.0" encoding="utf-8"?>
<p:tagLst xmlns:p="http://schemas.openxmlformats.org/presentationml/2006/main">
  <p:tag name="AS_UNIQUEID" val="7007"/>
</p:tagLst>
</file>

<file path=ppt/tags/tag77.xml><?xml version="1.0" encoding="utf-8"?>
<p:tagLst xmlns:p="http://schemas.openxmlformats.org/presentationml/2006/main">
  <p:tag name="AS_UNIQUEID" val="7008"/>
</p:tagLst>
</file>

<file path=ppt/tags/tag78.xml><?xml version="1.0" encoding="utf-8"?>
<p:tagLst xmlns:p="http://schemas.openxmlformats.org/presentationml/2006/main">
  <p:tag name="AS_UNIQUEID" val="7009"/>
</p:tagLst>
</file>

<file path=ppt/tags/tag79.xml><?xml version="1.0" encoding="utf-8"?>
<p:tagLst xmlns:p="http://schemas.openxmlformats.org/presentationml/2006/main">
  <p:tag name="AS_UNIQUEID" val="7010"/>
</p:tagLst>
</file>

<file path=ppt/tags/tag80.xml><?xml version="1.0" encoding="utf-8"?>
<p:tagLst xmlns:p="http://schemas.openxmlformats.org/presentationml/2006/main">
  <p:tag name="AS_UNIQUEID" val="7011"/>
</p:tagLst>
</file>

<file path=ppt/tags/tag81.xml><?xml version="1.0" encoding="utf-8"?>
<p:tagLst xmlns:p="http://schemas.openxmlformats.org/presentationml/2006/main">
  <p:tag name="AS_UNIQUEID" val="7012"/>
</p:tagLst>
</file>

<file path=ppt/tags/tag82.xml><?xml version="1.0" encoding="utf-8"?>
<p:tagLst xmlns:p="http://schemas.openxmlformats.org/presentationml/2006/main">
  <p:tag name="AS_OS" val="Unix 3.10 unknown"/>
  <p:tag name="AS_RELEASE_DATE" val="2020.11.30"/>
  <p:tag name="AS_TITLE" val="Aspose.Slides for Java"/>
  <p:tag name="AS_VERSION" val="20.11"/>
  <p:tag name="COMMONDATA" val="eyJjb3VudCI6MTUuMCwiaGRpZCI6IjUzZWM1NjQ2ZWVkYWRmNWM3YzRhMTA1MDRiYzg5ZTI5IiwidXNlckNvdW50IjoxLjB9"/>
  <p:tag name="KSO_WPP_MARK_KEY" val="4cf2e739-a9d0-4b0b-b3d8-f7403a47b1e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</Words>
  <Application>WPS 演示</Application>
  <PresentationFormat>宽屏</PresentationFormat>
  <Paragraphs>14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黑体</vt:lpstr>
      <vt:lpstr>阿里巴巴普惠体 M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学科网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rbm.xkw.com</dc:creator>
  <cp:lastModifiedBy>吹风</cp:lastModifiedBy>
  <cp:revision>31</cp:revision>
  <cp:lastPrinted>2022-05-23T12:49:00Z</cp:lastPrinted>
  <dcterms:created xsi:type="dcterms:W3CDTF">2022-05-23T12:49:00Z</dcterms:created>
  <dcterms:modified xsi:type="dcterms:W3CDTF">2026-08-11T08:08:29Z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  <property fmtid="{D5CDD505-2E9C-101B-9397-08002B2CF9AE}" pid="6" name="ICV">
    <vt:lpwstr>9E30A1B15C3C478682E44DAA6CB747FF_13</vt:lpwstr>
  </property>
  <property fmtid="{D5CDD505-2E9C-101B-9397-08002B2CF9AE}" pid="7" name="KSOProductBuildVer">
    <vt:lpwstr>2052-12.1.0.26936</vt:lpwstr>
  </property>
</Properties>
</file>